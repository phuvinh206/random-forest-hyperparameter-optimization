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Random Forest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Đề tài bài tập lớn cá nhân – 5 tuần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Phương pháp: Random Search (30 trials)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Bộ dữ liệu: Breast Cancer Wisconsin (Diagnostic)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Sinh viên: [Điền họ tên – MSSV]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Bài toán &amp; mô hình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Biến quyết định: số cây, max_depth, min_samples_split, min_samples_leaf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Mục tiêu: max trung bình CV macro-F1 qua 5 folds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Ràng buộc: miền tham số rời rạc, budget 30 trials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Trade-off: chất lượng dự đoán và chi phí tìm kiếm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Dữ liệu &amp; thiết kế thực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569 mẫu, 30 đặc trưng, 2 lớp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Train/Test = 80/20, stratified, seed 42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Giữ test set tách biệt khỏi tuning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Baseline: Random Forest mặc định; Random Search: 30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Thuật toán &amp; kiểm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ParameterSampler lấy 30 cấu hình hợp lệ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CV macro-F1, std và runtime được lưu mỗi trial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Best-so-far và cấu hình tốt nhất xuất JSON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Sensitivity max_depth; estimator-seed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Biểu đồ hội tụ</a:t>
            </a:r>
          </a:p>
        </p:txBody>
      </p:sp>
      <p:pic>
        <p:nvPicPr>
          <p:cNvPr id="3" name="Picture 2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6217920" cy="3575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So sánh chất lượng</a:t>
            </a:r>
          </a:p>
        </p:txBody>
      </p:sp>
      <p:pic>
        <p:nvPicPr>
          <p:cNvPr id="3" name="Picture 2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6217920" cy="3813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5C67"/>
                </a:solidFill>
              </a:defRPr>
            </a:pPr>
            <a:r>
              <a:t>Kết luận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CV macro-F1: Default 0.9603 vs Search 0.9576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Test macro-F1: hai mô hình đều 0.9526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Chi phí tìm kiếm: 14.9s cho 30 trials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Quyết định: giữ cấu hình mặc định trong phạm vi thử nghiệm</a:t>
            </a:r>
          </a:p>
          <a:p>
            <a:pPr>
              <a:spcAft>
                <a:spcPts val="1900"/>
              </a:spcAft>
              <a:defRPr sz="2200">
                <a:solidFill>
                  <a:srgbClr val="253744"/>
                </a:solidFill>
              </a:defRPr>
            </a:pPr>
            <a:r>
              <a:t>Demo: run_experiments.py → CSV → figures →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78"/>
                </a:solidFill>
              </a:defRPr>
            </a:pPr>
            <a:r>
              <a:t>Nhập môn Tối ưu hóa  •  GitHub Portfolio  •  Kết quả từ Python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